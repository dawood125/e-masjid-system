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Quattrocento"/>
      <p:regular r:id="rId17"/>
    </p:embeddedFont>
    <p:embeddedFont>
      <p:font typeface="Quattrocento"/>
      <p:regular r:id="rId18"/>
    </p:embeddedFont>
    <p:embeddedFont>
      <p:font typeface="Quattrocento"/>
      <p:regular r:id="rId19"/>
    </p:embeddedFont>
    <p:embeddedFont>
      <p:font typeface="Quattrocen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8896" y="300573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E-Masjid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18850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Presented by Dawood Ahmed &amp; Haris Ehsan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8407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Supervisor: Sir Muhammad Kamran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9064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473410"/>
            <a:ext cx="12954952" cy="246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E-Masjid System is a comprehensive web-based platform designed to digitize and streamline mosque operations and community management.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Unlike traditional manual systems, our solution provides real-time transparency, online accessibility, and integrated financial management through secure payment processing.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At its core, the system enables prayer time management, online donations, event coordination, and Nikah booking with role-based access for administrators, scholars, and community members.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24006"/>
            <a:ext cx="826448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 Statement and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06773"/>
            <a:ext cx="12954952" cy="199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Organizations struggle with manual record-keeping, lack of transparency in financial management, limited announcement reach, and difficulty managing community events and religious ceremonies.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E-Masjid System addresses these challenges by providing a centralized digital platform with transparent donation tracking, automated announcements, event management, and secure online payment integration via Stripe.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65033"/>
            <a:ext cx="877252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Objectives of the Proposed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47799"/>
            <a:ext cx="12954952" cy="271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Multi-user role-based system with distinct access levels for administrators, scholars, and community members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Retrieve and display prayer times with special handling for Jummah and Ramadan schedules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Knowledge management through announcements, event information, and educational resources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User-friendly interface designed for accessibility across all age groups and technical skill levels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Scalable architecture to support growing mosque communities and concurrent users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What-if analysis capabilities for financial planning and resource allocation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6503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Core Features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47799"/>
            <a:ext cx="12954952" cy="271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Prayer Times Management - Display and manage prayer schedules with special configurations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Online Donations - Secure Stripe integration for digital contributions with donor tracking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Financial Transparency - Comprehensive donation and expense reports for community accountability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Event Management - Create, publish, and manage community events with registration capabilities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Nikah Booking System - Request, track, and manage marriage ceremony bookings with scholar approval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Role-Based Authentication - Secure access control for different user types and permissions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3175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814524"/>
            <a:ext cx="12954952" cy="1783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Technology Stack: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MERN (MongoDB, Express.js, React.js, Node.js)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External Services: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Stripe API for payment processing, Email service for notifications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Data Collections: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Users, Donations, Expenses, Events, Announcements, Prayer Times, Nikah Bookings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Security: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Role-based access control, JWT authentication, SSL encryption for sensitive transactions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65033"/>
            <a:ext cx="590311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Tools and Technologies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47799"/>
            <a:ext cx="12954952" cy="271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Development Tools: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VS Code, Draw.io, Microsoft Word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Frontend: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React.js with responsive design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Backend: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Node.js and Express.js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Database: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MongoDB for flexible data storage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Payment Integration: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Stripe API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Security: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JWT tokens, SSL/TLS encryption, password hashing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68761"/>
            <a:ext cx="6212919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Non-Functional Requirements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510796"/>
            <a:ext cx="12954952" cy="2249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Usability: Large fonts and buttons, clear navigation, prayer times accessible within 2 clicks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Performance: Prayer page loads in ≤3 seconds, supports ~100 concurrent users during peak times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Security: Encrypted passwords, JWT sessions with 1-hour timeout, SSL for all payment transactions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Reliability: Weekly automated backups, reliable hosting infrastructure, minimal downtime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Accessibility: Designed for users of all technical skill levels and age groups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4133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 Journeys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24106"/>
            <a:ext cx="478750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700463"/>
            <a:ext cx="4158734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837724" y="38810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Donation 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4376618"/>
            <a:ext cx="41587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Browse system → Click donate → Enter amount → Process payment via Stripe → Receive confirmation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235773" y="3324106"/>
            <a:ext cx="478750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3700463"/>
            <a:ext cx="4158734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5235773" y="38810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Event Management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773" y="4376618"/>
            <a:ext cx="41587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Admin creates event → Publishes to community → Members register → Receive updates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633823" y="3324106"/>
            <a:ext cx="478750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3700463"/>
            <a:ext cx="4158853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33823" y="38810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Nikah Booking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33823" y="4376618"/>
            <a:ext cx="41588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 selects date → Submits ceremony details → Scholar reviews → Status updated (Pending/Accepted/Rejected)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0128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 Information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88405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Team Members: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Dawood Ahmed (2022-KS-158 | 089264) &amp; Haris Ehsan (2022-KS-190 | 089301)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53627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Institution: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Government Graduate College, Civil Lines, Sheikhupura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18850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Supervisor: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Sir Muhammad Kamran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8407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Session: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2022–2026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49294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 ID: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22-KS-BSIT-15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614517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Contact: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dawood.bhatti8812@gmail.com | harisehsan43@gmail.com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2026-04-23T05:00:45Z</dcterms:created>
  <dcterms:modified xsi:type="dcterms:W3CDTF">2026-04-23T05:00:45Z</dcterms:modified>
</cp:coreProperties>
</file>